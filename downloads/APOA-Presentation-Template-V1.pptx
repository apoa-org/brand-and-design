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0" d="100"/>
          <a:sy n="160" d="100"/>
        </p:scale>
        <p:origin x="144" y="-1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352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A2D2A"/>
          </a:solidFill>
          <a:ln w="12700">
            <a:solidFill>
              <a:srgbClr val="DA2D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28432" y="0"/>
            <a:ext cx="4160520" cy="6858000"/>
          </a:xfrm>
          <a:prstGeom prst="rect">
            <a:avLst/>
          </a:prstGeom>
          <a:solidFill>
            <a:srgbClr val="2B2C55"/>
          </a:solidFill>
          <a:ln w="12700">
            <a:solidFill>
              <a:srgbClr val="2B2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603504"/>
            <a:ext cx="3044952" cy="5440680"/>
          </a:xfrm>
          <a:prstGeom prst="rect">
            <a:avLst/>
          </a:prstGeom>
          <a:solidFill>
            <a:schemeClr val="bg1"/>
          </a:solidFill>
          <a:ln w="12700">
            <a:solidFill>
              <a:srgbClr val="3538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" y="566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B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94944" y="1865376"/>
            <a:ext cx="68305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汇报标题 / Presentation Title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13232" y="331012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or meeting theme goes here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13232" y="3968496"/>
            <a:ext cx="5550408" cy="0"/>
          </a:xfrm>
          <a:prstGeom prst="line">
            <a:avLst/>
          </a:prstGeom>
          <a:noFill/>
          <a:ln w="38100">
            <a:solidFill>
              <a:srgbClr val="DA2D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65429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31F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 Date  ·  主讲人 Presenter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3232" y="61904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· Share · Make a Difference</a:t>
            </a:r>
            <a:endParaRPr lang="en-US" sz="12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479071D-6F2C-32EF-CDB7-481C02E0E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1828324"/>
            <a:ext cx="2133600" cy="317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5836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A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KIT  ·  QUICK START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58368" y="1444752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模板使用说明 / How to Use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58368" y="2221992"/>
            <a:ext cx="10863072" cy="0"/>
          </a:xfrm>
          <a:prstGeom prst="line">
            <a:avLst/>
          </a:prstGeom>
          <a:noFill/>
          <a:ln w="12700">
            <a:solidFill>
              <a:srgbClr val="DCE1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8890">
            <a:solidFill>
              <a:srgbClr val="DCE1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657453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Property Owners Alliance  ·  apoa.org.au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18520" y="6556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04088" y="2779776"/>
            <a:ext cx="3547872" cy="2359152"/>
          </a:xfrm>
          <a:prstGeom prst="roundRect">
            <a:avLst>
              <a:gd name="adj" fmla="val 3876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4088" y="2779776"/>
            <a:ext cx="3547872" cy="91440"/>
          </a:xfrm>
          <a:prstGeom prst="rect">
            <a:avLst/>
          </a:prstGeom>
          <a:solidFill>
            <a:srgbClr val="2B2C55"/>
          </a:solidFill>
          <a:ln w="12700">
            <a:solidFill>
              <a:srgbClr val="2B2C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23544" y="30815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DA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923544" y="3803904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复制所需页面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23544" y="4315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the layout you need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44568" y="2779776"/>
            <a:ext cx="3547872" cy="2359152"/>
          </a:xfrm>
          <a:prstGeom prst="roundRect">
            <a:avLst>
              <a:gd name="adj" fmla="val 3876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44568" y="2779776"/>
            <a:ext cx="3547872" cy="91440"/>
          </a:xfrm>
          <a:prstGeom prst="rect">
            <a:avLst/>
          </a:prstGeom>
          <a:solidFill>
            <a:srgbClr val="DA2D2A"/>
          </a:solidFill>
          <a:ln w="12700">
            <a:solidFill>
              <a:srgbClr val="DA2D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64024" y="30815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DA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100" dirty="0"/>
          </a:p>
        </p:txBody>
      </p:sp>
      <p:sp>
        <p:nvSpPr>
          <p:cNvPr id="18" name="Text 15"/>
          <p:cNvSpPr/>
          <p:nvPr/>
        </p:nvSpPr>
        <p:spPr>
          <a:xfrm>
            <a:off x="4764024" y="3803904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替换文字与图片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4764024" y="4315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editable placeholders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385048" y="2779776"/>
            <a:ext cx="3547872" cy="2359152"/>
          </a:xfrm>
          <a:prstGeom prst="roundRect">
            <a:avLst>
              <a:gd name="adj" fmla="val 3876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85048" y="2779776"/>
            <a:ext cx="3547872" cy="91440"/>
          </a:xfrm>
          <a:prstGeom prst="rect">
            <a:avLst/>
          </a:prstGeom>
          <a:solidFill>
            <a:srgbClr val="2B2C55"/>
          </a:solidFill>
          <a:ln w="12700">
            <a:solidFill>
              <a:srgbClr val="2B2C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04504" y="30815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DA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100" dirty="0"/>
          </a:p>
        </p:txBody>
      </p:sp>
      <p:sp>
        <p:nvSpPr>
          <p:cNvPr id="23" name="Text 20"/>
          <p:cNvSpPr/>
          <p:nvPr/>
        </p:nvSpPr>
        <p:spPr>
          <a:xfrm>
            <a:off x="8604504" y="3803904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保持统一品牌元素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8604504" y="4315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colors, spacing and logo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22376" y="563270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870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提示：所有文本、形状、图表均可在 PowerPoint 中编辑。</a:t>
            </a:r>
            <a:endParaRPr lang="en-US" sz="1500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D9B4247B-B316-6A96-FEA6-B456C5B21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" y="344851"/>
            <a:ext cx="1434330" cy="4232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694944"/>
            <a:ext cx="100584" cy="5349240"/>
          </a:xfrm>
          <a:prstGeom prst="rect">
            <a:avLst/>
          </a:prstGeom>
          <a:solidFill>
            <a:srgbClr val="DA2D2A"/>
          </a:solidFill>
          <a:ln w="12700">
            <a:solidFill>
              <a:srgbClr val="DA2D2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24128" y="12801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5A3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24128" y="1975104"/>
            <a:ext cx="658368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章节标题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1024128" y="299008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CED3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033272" y="4251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CED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一个清晰的主题，一段简单的介绍。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8890">
            <a:solidFill>
              <a:srgbClr val="5057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657453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C8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Property Owners Alliance  ·  apoa.org.au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018520" y="6556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C8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1665299-73C8-035C-C6B3-F900BF277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95" y="6251636"/>
            <a:ext cx="378068" cy="453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5836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A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APOA  |  PRESENTATION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58368" y="1444752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/ Agenda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58368" y="2221992"/>
            <a:ext cx="10863072" cy="0"/>
          </a:xfrm>
          <a:prstGeom prst="line">
            <a:avLst/>
          </a:prstGeom>
          <a:noFill/>
          <a:ln w="12700">
            <a:solidFill>
              <a:srgbClr val="DCE1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8890">
            <a:solidFill>
              <a:srgbClr val="DCE1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657453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Property Owners Alliance  ·  apoa.org.au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18520" y="6556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58952" y="2688336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DA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508760" y="3145536"/>
            <a:ext cx="9848088" cy="0"/>
          </a:xfrm>
          <a:prstGeom prst="line">
            <a:avLst/>
          </a:prstGeom>
          <a:noFill/>
          <a:ln w="11430">
            <a:solidFill>
              <a:srgbClr val="DCE1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47088" y="268833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组织介绍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812280" y="27066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APOA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58952" y="3675888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DA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508760" y="4133088"/>
            <a:ext cx="9848088" cy="0"/>
          </a:xfrm>
          <a:prstGeom prst="line">
            <a:avLst/>
          </a:prstGeom>
          <a:noFill/>
          <a:ln w="11430">
            <a:solidFill>
              <a:srgbClr val="DCE1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47088" y="3675888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主要议题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812280" y="36941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Topics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58952" y="466344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DA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08760" y="5120640"/>
            <a:ext cx="9848088" cy="0"/>
          </a:xfrm>
          <a:prstGeom prst="line">
            <a:avLst/>
          </a:prstGeom>
          <a:noFill/>
          <a:ln w="11430">
            <a:solidFill>
              <a:srgbClr val="DCE1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847088" y="466344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812280" y="4681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7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D955A7E1-EDC3-F6FD-F421-0A13B1715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" y="344851"/>
            <a:ext cx="1434330" cy="423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5836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A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APOA  |  PRESENTATION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58368" y="1444752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 / Key Messages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58368" y="2221992"/>
            <a:ext cx="10863072" cy="0"/>
          </a:xfrm>
          <a:prstGeom prst="line">
            <a:avLst/>
          </a:prstGeom>
          <a:noFill/>
          <a:ln w="12700">
            <a:solidFill>
              <a:srgbClr val="DCE1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8890">
            <a:solidFill>
              <a:srgbClr val="DCE1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657453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Property Owners Alliance  ·  apoa.org.au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18520" y="6556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94944" y="2560320"/>
            <a:ext cx="1600200" cy="356616"/>
          </a:xfrm>
          <a:prstGeom prst="roundRect">
            <a:avLst>
              <a:gd name="adj" fmla="val 25641"/>
            </a:avLst>
          </a:prstGeom>
          <a:solidFill>
            <a:srgbClr val="EDEFFA"/>
          </a:solidFill>
          <a:ln w="12700">
            <a:solidFill>
              <a:srgbClr val="EDEF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615184"/>
            <a:ext cx="1344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B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31520" y="3081528"/>
            <a:ext cx="100584" cy="566928"/>
          </a:xfrm>
          <a:prstGeom prst="rect">
            <a:avLst/>
          </a:prstGeom>
          <a:solidFill>
            <a:srgbClr val="2B2C55"/>
          </a:solidFill>
          <a:ln w="12700">
            <a:solidFill>
              <a:srgbClr val="2B2C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4128" y="3054096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3355848" y="3072384"/>
            <a:ext cx="7653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31F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用一句话阐述本次工作的目标与价值。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31520" y="4014216"/>
            <a:ext cx="100584" cy="566928"/>
          </a:xfrm>
          <a:prstGeom prst="rect">
            <a:avLst/>
          </a:prstGeom>
          <a:solidFill>
            <a:srgbClr val="DA2D2A"/>
          </a:solidFill>
          <a:ln w="12700">
            <a:solidFill>
              <a:srgbClr val="DA2D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" y="3986784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突出重点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355848" y="4005072"/>
            <a:ext cx="7653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31F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只保留听众需要记住的三到四个信息。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31520" y="4946904"/>
            <a:ext cx="100584" cy="566928"/>
          </a:xfrm>
          <a:prstGeom prst="rect">
            <a:avLst/>
          </a:prstGeom>
          <a:solidFill>
            <a:srgbClr val="2B2C55"/>
          </a:solidFill>
          <a:ln w="12700">
            <a:solidFill>
              <a:srgbClr val="2B2C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24128" y="4919472"/>
            <a:ext cx="2322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提供行动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3355848" y="4937760"/>
            <a:ext cx="7653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31F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明确下一步行动与责任人。</a:t>
            </a:r>
            <a:endParaRPr lang="en-US" sz="18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7EEDF00-1ACE-4099-71B3-6ED062FFB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" y="344851"/>
            <a:ext cx="1434330" cy="423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5836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A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APOA  |  PRESENTATION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58368" y="1444752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双栏内容 / Two Columns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58368" y="2221992"/>
            <a:ext cx="10863072" cy="0"/>
          </a:xfrm>
          <a:prstGeom prst="line">
            <a:avLst/>
          </a:prstGeom>
          <a:noFill/>
          <a:ln w="12700">
            <a:solidFill>
              <a:srgbClr val="DCE1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8890">
            <a:solidFill>
              <a:srgbClr val="DCE1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657453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Property Owners Alliance  ·  apoa.org.au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18520" y="6556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76656" y="2606040"/>
            <a:ext cx="5230368" cy="3099816"/>
          </a:xfrm>
          <a:prstGeom prst="roundRect">
            <a:avLst>
              <a:gd name="adj" fmla="val 2360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63640" y="2606040"/>
            <a:ext cx="5230368" cy="3099816"/>
          </a:xfrm>
          <a:prstGeom prst="roundRect">
            <a:avLst>
              <a:gd name="adj" fmla="val 2360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" y="2606040"/>
            <a:ext cx="5230368" cy="86868"/>
          </a:xfrm>
          <a:prstGeom prst="rect">
            <a:avLst/>
          </a:prstGeom>
          <a:solidFill>
            <a:srgbClr val="2B2C55"/>
          </a:solidFill>
          <a:ln w="12700">
            <a:solidFill>
              <a:srgbClr val="2B2C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2606040"/>
            <a:ext cx="5230368" cy="86868"/>
          </a:xfrm>
          <a:prstGeom prst="rect">
            <a:avLst/>
          </a:prstGeom>
          <a:solidFill>
            <a:srgbClr val="DA2D2A"/>
          </a:solidFill>
          <a:ln w="12700">
            <a:solidFill>
              <a:srgbClr val="DA2D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2999232"/>
            <a:ext cx="4480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B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 / Current State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950976" y="3712464"/>
            <a:ext cx="456285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31F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在这里输入背景、问题或现有成果。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31F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适合放置 2–3 个简短要点。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528816" y="2999232"/>
            <a:ext cx="45354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B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 / Future Direction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6528816" y="3712464"/>
            <a:ext cx="449884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31F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在这里输入方案、建议或下一步方向。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31F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左右两侧内容保持相近长度。</a:t>
            </a:r>
            <a:endParaRPr lang="en-US" sz="17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F365BD7-4E62-7E05-616E-27F0C8C13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" y="344851"/>
            <a:ext cx="1434330" cy="423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5836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A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APOA  |  PRESENTATION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58368" y="1444752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三大方向 / Three Priorities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58368" y="2221992"/>
            <a:ext cx="10863072" cy="0"/>
          </a:xfrm>
          <a:prstGeom prst="line">
            <a:avLst/>
          </a:prstGeom>
          <a:noFill/>
          <a:ln w="12700">
            <a:solidFill>
              <a:srgbClr val="DCE1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8890">
            <a:solidFill>
              <a:srgbClr val="DCE1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657453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Property Owners Alliance  ·  apoa.org.au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18520" y="6556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94944" y="2788920"/>
            <a:ext cx="3529584" cy="2606040"/>
          </a:xfrm>
          <a:prstGeom prst="roundRect">
            <a:avLst>
              <a:gd name="adj" fmla="val 2807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3090672"/>
            <a:ext cx="594360" cy="64008"/>
          </a:xfrm>
          <a:prstGeom prst="rect">
            <a:avLst/>
          </a:prstGeom>
          <a:solidFill>
            <a:srgbClr val="DA2D2A"/>
          </a:solidFill>
          <a:ln w="12700">
            <a:solidFill>
              <a:srgbClr val="DA2D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3364992"/>
            <a:ext cx="1280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B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932688" y="4041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会员互助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32688" y="4700016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Support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53712" y="2788920"/>
            <a:ext cx="3529584" cy="2606040"/>
          </a:xfrm>
          <a:prstGeom prst="roundRect">
            <a:avLst>
              <a:gd name="adj" fmla="val 2807"/>
            </a:avLst>
          </a:prstGeom>
          <a:solidFill>
            <a:srgbClr val="2B2C55"/>
          </a:solidFill>
          <a:ln w="12700">
            <a:solidFill>
              <a:srgbClr val="2B2C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73168" y="3090672"/>
            <a:ext cx="594360" cy="64008"/>
          </a:xfrm>
          <a:prstGeom prst="rect">
            <a:avLst/>
          </a:prstGeom>
          <a:solidFill>
            <a:srgbClr val="DA2D2A"/>
          </a:solidFill>
          <a:ln w="12700">
            <a:solidFill>
              <a:srgbClr val="DA2D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91456" y="3364992"/>
            <a:ext cx="1280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100" dirty="0"/>
          </a:p>
        </p:txBody>
      </p:sp>
      <p:sp>
        <p:nvSpPr>
          <p:cNvPr id="18" name="Text 15"/>
          <p:cNvSpPr/>
          <p:nvPr/>
        </p:nvSpPr>
        <p:spPr>
          <a:xfrm>
            <a:off x="4791456" y="4041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知识教育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791456" y="4700016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CE1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&amp; Education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412480" y="2788920"/>
            <a:ext cx="3529584" cy="2606040"/>
          </a:xfrm>
          <a:prstGeom prst="roundRect">
            <a:avLst>
              <a:gd name="adj" fmla="val 2807"/>
            </a:avLst>
          </a:prstGeom>
          <a:solidFill>
            <a:srgbClr val="F8F9FB"/>
          </a:solidFill>
          <a:ln w="12700">
            <a:solidFill>
              <a:srgbClr val="F8F9F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31936" y="3090672"/>
            <a:ext cx="594360" cy="64008"/>
          </a:xfrm>
          <a:prstGeom prst="rect">
            <a:avLst/>
          </a:prstGeom>
          <a:solidFill>
            <a:srgbClr val="DA2D2A"/>
          </a:solidFill>
          <a:ln w="12700">
            <a:solidFill>
              <a:srgbClr val="DA2D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50224" y="3364992"/>
            <a:ext cx="1280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B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100" dirty="0"/>
          </a:p>
        </p:txBody>
      </p:sp>
      <p:sp>
        <p:nvSpPr>
          <p:cNvPr id="23" name="Text 20"/>
          <p:cNvSpPr/>
          <p:nvPr/>
        </p:nvSpPr>
        <p:spPr>
          <a:xfrm>
            <a:off x="8650224" y="4041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政策参与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650224" y="4700016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&amp; Advocacy</a:t>
            </a:r>
            <a:endParaRPr lang="en-US" sz="1400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6CCF1707-2BBF-A3C8-607C-2B20F6819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" y="344851"/>
            <a:ext cx="1434330" cy="4232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5836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A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APOA  |  PRESENTATION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58368" y="1444752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数据与成果 / Impact Snapshot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58368" y="2221992"/>
            <a:ext cx="10863072" cy="0"/>
          </a:xfrm>
          <a:prstGeom prst="line">
            <a:avLst/>
          </a:prstGeom>
          <a:noFill/>
          <a:ln w="12700">
            <a:solidFill>
              <a:srgbClr val="DCE1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8890">
            <a:solidFill>
              <a:srgbClr val="DCE1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657453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Property Owners Alliance  ·  apoa.org.au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18520" y="6556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04088" y="2432304"/>
            <a:ext cx="7315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870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 · 请替换为真实统计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" y="2944368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A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2743200" y="3017520"/>
            <a:ext cx="7406640" cy="219456"/>
          </a:xfrm>
          <a:prstGeom prst="rect">
            <a:avLst/>
          </a:prstGeom>
          <a:solidFill>
            <a:srgbClr val="EDF0F5"/>
          </a:solidFill>
          <a:ln w="12700">
            <a:solidFill>
              <a:srgbClr val="EDF0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0" y="3017520"/>
            <a:ext cx="5332781" cy="219456"/>
          </a:xfrm>
          <a:prstGeom prst="rect">
            <a:avLst/>
          </a:prstGeom>
          <a:solidFill>
            <a:srgbClr val="2B2C55"/>
          </a:solidFill>
          <a:ln w="12700">
            <a:solidFill>
              <a:srgbClr val="2B2C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41864" y="29077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B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68096" y="3584448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B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2743200" y="3657600"/>
            <a:ext cx="7406640" cy="219456"/>
          </a:xfrm>
          <a:prstGeom prst="rect">
            <a:avLst/>
          </a:prstGeom>
          <a:solidFill>
            <a:srgbClr val="EDF0F5"/>
          </a:solidFill>
          <a:ln w="12700">
            <a:solidFill>
              <a:srgbClr val="EDF0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0" y="3657600"/>
            <a:ext cx="3629254" cy="219456"/>
          </a:xfrm>
          <a:prstGeom prst="rect">
            <a:avLst/>
          </a:prstGeom>
          <a:solidFill>
            <a:srgbClr val="2B2C55"/>
          </a:solidFill>
          <a:ln w="12700">
            <a:solidFill>
              <a:srgbClr val="2B2C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341864" y="35478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B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68096" y="4224528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C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2743200" y="4297680"/>
            <a:ext cx="7406640" cy="219456"/>
          </a:xfrm>
          <a:prstGeom prst="rect">
            <a:avLst/>
          </a:prstGeom>
          <a:solidFill>
            <a:srgbClr val="EDF0F5"/>
          </a:solidFill>
          <a:ln w="12700">
            <a:solidFill>
              <a:srgbClr val="EDF0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43200" y="4297680"/>
            <a:ext cx="6369710" cy="219456"/>
          </a:xfrm>
          <a:prstGeom prst="rect">
            <a:avLst/>
          </a:prstGeom>
          <a:solidFill>
            <a:srgbClr val="DA2D2A"/>
          </a:solidFill>
          <a:ln w="12700">
            <a:solidFill>
              <a:srgbClr val="DA2D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341864" y="418795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B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768096" y="4864608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D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2743200" y="4937760"/>
            <a:ext cx="7406640" cy="219456"/>
          </a:xfrm>
          <a:prstGeom prst="rect">
            <a:avLst/>
          </a:prstGeom>
          <a:solidFill>
            <a:srgbClr val="EDF0F5"/>
          </a:solidFill>
          <a:ln w="12700">
            <a:solidFill>
              <a:srgbClr val="EDF0F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0" y="4937760"/>
            <a:ext cx="4592117" cy="219456"/>
          </a:xfrm>
          <a:prstGeom prst="rect">
            <a:avLst/>
          </a:prstGeom>
          <a:solidFill>
            <a:srgbClr val="2B2C55"/>
          </a:solidFill>
          <a:ln w="12700">
            <a:solidFill>
              <a:srgbClr val="2B2C5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341864" y="4828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B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731520" y="597103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870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注：以上均为版式演示数字，并非 APOA 运营统计。</a:t>
            </a:r>
            <a:endParaRPr lang="en-US" sz="1000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A7154140-C7E1-A542-1F83-0866D90E9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" y="344851"/>
            <a:ext cx="1434330" cy="4232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5836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A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APOA  |  PRESENTATION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58368" y="1444752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活动与社区 / Community Stories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58368" y="2221992"/>
            <a:ext cx="10863072" cy="0"/>
          </a:xfrm>
          <a:prstGeom prst="line">
            <a:avLst/>
          </a:prstGeom>
          <a:noFill/>
          <a:ln w="12700">
            <a:solidFill>
              <a:srgbClr val="DCE1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8890">
            <a:solidFill>
              <a:srgbClr val="DCE1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657453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Property Owners Alliance  ·  apoa.org.au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18520" y="6556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13232" y="2624328"/>
            <a:ext cx="6693408" cy="3163824"/>
          </a:xfrm>
          <a:prstGeom prst="roundRect">
            <a:avLst>
              <a:gd name="adj" fmla="val 1734"/>
            </a:avLst>
          </a:prstGeom>
          <a:solidFill>
            <a:srgbClr val="EDF0F5"/>
          </a:solidFill>
          <a:ln w="12700">
            <a:solidFill>
              <a:srgbClr val="EDF0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33856" y="3099816"/>
            <a:ext cx="5843016" cy="2176272"/>
          </a:xfrm>
          <a:prstGeom prst="rect">
            <a:avLst/>
          </a:prstGeom>
          <a:solidFill>
            <a:srgbClr val="EDF0F5">
              <a:alpha val="0"/>
            </a:srgbClr>
          </a:solidFill>
          <a:ln w="13970">
            <a:solidFill>
              <a:srgbClr val="B6BF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40864" y="3749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照片 / PHOTO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754112" y="281635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活动标题 / Event Headline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7763256" y="3831336"/>
            <a:ext cx="603504" cy="64008"/>
          </a:xfrm>
          <a:prstGeom prst="rect">
            <a:avLst/>
          </a:prstGeom>
          <a:solidFill>
            <a:srgbClr val="DA2D2A"/>
          </a:solidFill>
          <a:ln w="12700">
            <a:solidFill>
              <a:srgbClr val="DA2D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63256" y="4169664"/>
            <a:ext cx="35112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31F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添加活动照片、重要瞬间、嘉宾介绍或志愿者故事。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31F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请在实际使用中替换左侧占位框。</a:t>
            </a:r>
            <a:endParaRPr lang="en-US" sz="16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A539D18-F197-B986-60F1-82130FA5E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" y="344851"/>
            <a:ext cx="1434330" cy="4232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5836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A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APOA  |  PRESENTATION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58368" y="1444752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 / Roadmap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658368" y="2221992"/>
            <a:ext cx="10863072" cy="0"/>
          </a:xfrm>
          <a:prstGeom prst="line">
            <a:avLst/>
          </a:prstGeom>
          <a:noFill/>
          <a:ln w="12700">
            <a:solidFill>
              <a:srgbClr val="DCE1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8890">
            <a:solidFill>
              <a:srgbClr val="DCE1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657453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Property Owners Alliance  ·  apoa.org.au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18520" y="6556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51560" y="4114800"/>
            <a:ext cx="10085832" cy="0"/>
          </a:xfrm>
          <a:prstGeom prst="line">
            <a:avLst/>
          </a:prstGeom>
          <a:noFill/>
          <a:ln w="38100">
            <a:solidFill>
              <a:srgbClr val="DCE1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1832" y="3913632"/>
            <a:ext cx="393192" cy="393192"/>
          </a:xfrm>
          <a:prstGeom prst="ellipse">
            <a:avLst/>
          </a:prstGeom>
          <a:solidFill>
            <a:srgbClr val="2B2C5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200400"/>
            <a:ext cx="1097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B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877824" y="46177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 / Plan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123944" y="3913632"/>
            <a:ext cx="393192" cy="393192"/>
          </a:xfrm>
          <a:prstGeom prst="ellipse">
            <a:avLst/>
          </a:prstGeom>
          <a:solidFill>
            <a:srgbClr val="2B2C5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50792" y="3200400"/>
            <a:ext cx="1097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B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4059936" y="46177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 / Deliver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06056" y="3913632"/>
            <a:ext cx="393192" cy="393192"/>
          </a:xfrm>
          <a:prstGeom prst="ellipse">
            <a:avLst/>
          </a:prstGeom>
          <a:solidFill>
            <a:srgbClr val="2B2C5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32904" y="3200400"/>
            <a:ext cx="1097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B2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7242048" y="461772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复盘 / Learn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488168" y="3913632"/>
            <a:ext cx="393192" cy="393192"/>
          </a:xfrm>
          <a:prstGeom prst="ellipse">
            <a:avLst/>
          </a:prstGeom>
          <a:solidFill>
            <a:srgbClr val="DA2D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415016" y="3200400"/>
            <a:ext cx="1097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DA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10424160" y="461772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31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拓展 / Grow</a:t>
            </a:r>
            <a:endParaRPr lang="en-US" sz="16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4A6DB13-4F85-2A26-C484-859328746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" y="344851"/>
            <a:ext cx="1434330" cy="4232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58368" y="1252728"/>
            <a:ext cx="1371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400" b="1" dirty="0">
                <a:solidFill>
                  <a:srgbClr val="DA2D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8400" dirty="0"/>
          </a:p>
        </p:txBody>
      </p:sp>
      <p:sp>
        <p:nvSpPr>
          <p:cNvPr id="5" name="Text 2"/>
          <p:cNvSpPr/>
          <p:nvPr/>
        </p:nvSpPr>
        <p:spPr>
          <a:xfrm>
            <a:off x="1024128" y="2093976"/>
            <a:ext cx="9829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2B2C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 · 分享 · 改变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1042416" y="3209544"/>
            <a:ext cx="3739896" cy="0"/>
          </a:xfrm>
          <a:prstGeom prst="line">
            <a:avLst/>
          </a:prstGeom>
          <a:noFill/>
          <a:ln w="38100">
            <a:solidFill>
              <a:srgbClr val="DA2D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42416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· Share · Make a Difference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51560" y="468172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31F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可替换为机构理念、嘉宾引言或报告核心结论。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6510528"/>
            <a:ext cx="10927080" cy="0"/>
          </a:xfrm>
          <a:prstGeom prst="line">
            <a:avLst/>
          </a:prstGeom>
          <a:noFill/>
          <a:ln w="8890">
            <a:solidFill>
              <a:srgbClr val="DCE1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657453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Property Owners Alliance  ·  apoa.org.au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018520" y="655624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8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BC65AF0-8B91-D5EF-272B-F20AF64CD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85" y="344851"/>
            <a:ext cx="1434330" cy="4232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C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A2D2A"/>
          </a:solidFill>
          <a:ln w="12700">
            <a:solidFill>
              <a:srgbClr val="DA2D2A"/>
            </a:solidFill>
            <a:prstDash val="solid"/>
          </a:ln>
        </p:spPr>
      </p:sp>
      <p:pic>
        <p:nvPicPr>
          <p:cNvPr id="3" name="Image 0" descr="/mnt/data/apoa_ppt_work/apo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252728"/>
            <a:ext cx="2276856" cy="22768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3816" y="1261872"/>
            <a:ext cx="2139696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1" descr="/mnt/data/apoa_ppt_work/apo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316736"/>
            <a:ext cx="1956816" cy="19568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58184" y="1618488"/>
            <a:ext cx="7223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感谢参与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3776472" y="2523744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dirty="0">
                <a:solidFill>
                  <a:srgbClr val="E1E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100" dirty="0"/>
          </a:p>
        </p:txBody>
      </p:sp>
      <p:sp>
        <p:nvSpPr>
          <p:cNvPr id="8" name="Shape 4"/>
          <p:cNvSpPr/>
          <p:nvPr/>
        </p:nvSpPr>
        <p:spPr>
          <a:xfrm>
            <a:off x="3776472" y="3410712"/>
            <a:ext cx="6967728" cy="0"/>
          </a:xfrm>
          <a:prstGeom prst="line">
            <a:avLst/>
          </a:prstGeom>
          <a:noFill/>
          <a:ln w="38100">
            <a:solidFill>
              <a:srgbClr val="DA2D2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776472" y="3895344"/>
            <a:ext cx="7086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0F1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Property Owners Alliance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3776472" y="4599432"/>
            <a:ext cx="4754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apoa.org.au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3776472" y="5650992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CAD0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 · 分享 · 改变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392</Words>
  <Application>Microsoft Macintosh PowerPoint</Application>
  <PresentationFormat>宽屏</PresentationFormat>
  <Paragraphs>132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APOA Presentation Template V1</dc:title>
  <dc:subject>APOA bilingual presentation kit</dc:subject>
  <dc:creator>APOA</dc:creator>
  <cp:lastModifiedBy>Kitty Wang</cp:lastModifiedBy>
  <cp:revision>3</cp:revision>
  <dcterms:created xsi:type="dcterms:W3CDTF">2026-10-23T01:20:29Z</dcterms:created>
  <dcterms:modified xsi:type="dcterms:W3CDTF">2026-10-23T03:12:51Z</dcterms:modified>
</cp:coreProperties>
</file>